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B76"/>
                </a:solidFill>
                <a:latin typeface="Arial"/>
              </a:rPr>
              <a:t>Typical RainTomorrow split (illustrative)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RainTomorrow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Rain</c:v>
                </c:pt>
                <c:pt idx="1">
                  <c:v>Rain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78</c:v>
                </c:pt>
                <c:pt idx="1">
                  <c:v>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7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64592" cy="230429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1828800"/>
            <a:ext cx="100584" cy="140818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743200"/>
            <a:ext cx="128016" cy="17922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640080"/>
            <a:ext cx="182880" cy="256032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1554480"/>
            <a:ext cx="118872" cy="166421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64240" y="3017520"/>
            <a:ext cx="146304" cy="20482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5303520"/>
            <a:ext cx="118872" cy="166421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5120640"/>
            <a:ext cx="137160" cy="192024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0" y="5852160"/>
            <a:ext cx="91440" cy="12801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 TOMORROW?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classification project on the weatherAUS dataset — six models compared, cross-validated, and saved for reuse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" y="3200400"/>
            <a:ext cx="0" cy="0"/>
          </a:xfrm>
          <a:prstGeom prst="line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86868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MODEL COMPARISON  ·  DATA PREPROCESSING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it will rain tomorrow, using today's weather observations.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AF4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a classic ML task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5117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RainTomorrow — a Yes/No label, encoded to 0/1 with LabelEncoder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47472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41985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</a:t>
            </a:r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binary classification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4340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28853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weatherAUS_train.csv — Australian daily weather records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521208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515721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</a:t>
            </a:r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data: missing values, mixed types, class imbalance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sets the stakes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126480" y="228600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126480" y="54864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4-in-5 days see no rain — accuracy alone can mislead, so precision/recall/F1 matter.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Actually Looked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EDA before any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numeric and categorical columns had gaps (e.g. Sunshine, Evaporation, Cloud cover) — filled with median (numeric) or mode (categorical), not deleted.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were found and removed with drop_duplicates() before any modeling began.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AF4FA"/>
          </a:solidFill>
          <a:ln w="12700">
            <a:solidFill>
              <a:srgbClr val="EAF4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 Types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weather readings alongside categorical fields (WindDir, Location) — each needs its own treatment.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Non-Predictive Field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3337560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carries no generalizable signal for a location-agnostic model, so it was dropped.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4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visualized: a histogram grid across every numeric feature, plus a Humidity3pm-vs-Rainfall scatterplot colored by RainTomorrow to spot early patterns.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Guarding Against Data Leakage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happens once, up front — but scaling is fit on the training split only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full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Date, removing duplicates, and filling missing values (median/mode) happen before the split.
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stable, low-variance statistics — a column's median barely shifts whether or not a handful of test rows are included, so the risk this introduces is small.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5029200" cy="4023360"/>
          </a:xfrm>
          <a:prstGeom prst="roundRect">
            <a:avLst>
              <a:gd name="adj" fmla="val 181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Train-only, every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train/test (80/20, stratified) first.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fit on X_train only, then that same fitted scaler transforms X_test — the model never learns anything about the test distribution.
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guardrail that keeps evaluation honest.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ordered steps, from raw CSV to model-ready arrays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Date column; drop duplicate rows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48840" y="27889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41448" y="23774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32888" y="3200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numeric, mode for categorical columns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41648" y="27889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334256" y="23774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334256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07408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25696" y="3200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on target; one-hot encode categorical features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34456" y="27889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27064" y="23774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227064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0216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18504" y="3200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train-test, stratified on 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27264" y="27889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19872" y="23774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8119872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93024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11312" y="3200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train, applied to test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720072" y="278892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012680" y="2377440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24688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8583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104120" y="32004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 for linear models; raw for tree models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EAF4F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feature sets?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 and gradient-based models (Logistic Regression, KNN, Linear SVM, Naive Bayes) need scaled inputs so no single feature dominates by magnitude. Tree-based models (Decision Tree, Random Forest) split on thresholds and are scale-invariant, so they train directly on the unscaled, encoded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Models, Head to Head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spread of algorithm families, not just one guess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21031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splits (entropy, depth-limited)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429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210312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15400" y="20574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74320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 — the model taken forward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66760" y="3429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5, distance-based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5669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probabilistic baseline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0" y="5669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38160" y="4114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66760" y="43434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915400" y="42976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66760" y="49834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 classifier (LinearSVC)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66760" y="56692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Judging the Models Fairly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~78% of days rain-free, accuracy alone rewards guessing “No Rain” every time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 predictions — easy to read, easy to be misled by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057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514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rain days, how many actually saw rain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057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rain days, how many the model caught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0574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89720" y="25146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the balanced verdict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EA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Plus, a confusion matrix per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model's predictions are plotted as a heatmap of actual vs. predicted class, making it visible at a glance where a model confuses “rain” with “no rain” — critical for a weather forecast, where missing real rain (a false negative) tends to matter more than a false alarm. The winning model is then re-checked with 5-fold cross-validation, so its score isn't just a lucky split.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reports into one comparison table for a like-for-like verdict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3200400"/>
        </p:xfrm>
        <a:graphic>
          <a:graphicData uri="http://schemas.openxmlformats.org/drawingml/2006/table">
            <a:tbl>
              <a:tblPr/>
              <a:tblGrid>
                <a:gridCol w="356616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posts the strongest F1 score (0.60), balancing precision and recall best on the imbalanced target — Linear SVM comes closest among the rest at 0.578, though its recall lags (0.47) compared to Logistic Regression's.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It Wasn't a Lucky Split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goes through one more check, then ships as reusable artifacts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AF4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 is split five different ways, Random Forest is retrained and F1-scored on each fold, and the five scores are averaged.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80467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19072" y="3520440"/>
            <a:ext cx="80467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719072" y="352044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15184" y="3520440"/>
            <a:ext cx="80467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2615184" y="352044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11296" y="3520440"/>
            <a:ext cx="80467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352044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07408" y="3520440"/>
            <a:ext cx="804672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407408" y="352044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Mean F1 Score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6634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directly against the single train/test split's F1 — if they're close, the split result is trustworthy, not a fluke.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5532120" cy="4023360"/>
          </a:xfrm>
          <a:prstGeom prst="roundRect">
            <a:avLst>
              <a:gd name="adj" fmla="val 2273"/>
            </a:avLst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for Reuse (joblib)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260604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5328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weather_model.pkl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Random Forest itself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38328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331012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weather_scaler.pkl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StandardScaler, fit on training data only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16052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160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0873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weather_encoder.pkl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LabelEncoder for Yes/No target classes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55080" y="4937760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937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486460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weather_columns.pkl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column order, so new data lines up correctly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46304" cy="20482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822960"/>
            <a:ext cx="164592" cy="230429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0"/>
            <a:ext cx="118872" cy="166421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5486400"/>
            <a:ext cx="137160" cy="192024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stays leakage-safe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fit only on the training split, so test data never influences any model's inputs.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per model family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features for distance-based learners, raw encoded features for trees — no wasted preprocessing.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beyond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1148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and F1 tell the real story on an imbalanced rain/no-rain target.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800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then saved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5212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confirms Random Forest's score holds up, and it ships as reusable .pkl artifacts.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46304" cy="204826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731520"/>
            <a:ext cx="164592" cy="230429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852160"/>
            <a:ext cx="118872" cy="166421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760720"/>
            <a:ext cx="137160" cy="192024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548640"/>
            <a:ext cx="100584" cy="140818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6035040"/>
            <a:ext cx="109728" cy="153619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6858000" cy="3749040"/>
          </a:xfrm>
          <a:prstGeom prst="roundRect">
            <a:avLst>
              <a:gd name="adj" fmla="val 2439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2606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32004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3400" y="3127248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طلال عبيد عبدالعزيز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794760" y="376732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3694176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منه الله مجدي ابراهيم علي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3794760" y="433425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4334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4261104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ضحى محمد الشربيني خليل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794760" y="490118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4901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43400" y="4828032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مريم محمد شحاته مصطفى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3794760" y="54681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5468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43400" y="539496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يارا خليل صابر خليل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2026-07-23T05:26:22Z</dcterms:created>
  <dcterms:modified xsi:type="dcterms:W3CDTF">2026-07-23T05:26:22Z</dcterms:modified>
</cp:coreProperties>
</file>